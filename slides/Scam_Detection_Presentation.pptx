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F172A"/>
                </a:solidFill>
              </a:defRPr>
            </a:pPr>
            <a:r>
              <a:t>Scam or Not Scam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Mini Project 2: Binary Text Classification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Student: [Your Name] | ID: [Your Student ID]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Information Retrieval pipeline with a deployable Streamlit prototype.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F172A"/>
                </a:solidFill>
              </a:defRPr>
            </a:pPr>
            <a:r>
              <a:t>Problem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Scam messages are short, urgent, noisy, and high-risk.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Users need practical warnings before clicking links or sharing private information.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The task is a real-world binary text-classification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F172A"/>
                </a:solidFill>
              </a:defRPr>
            </a:pPr>
            <a:r>
              <a:t>Dataset and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20,000 safe messages and 20,000 scam messages.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Top 80% of each class used for training; final 20% used for testing.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Safe/scam word lists support dictionary-based feature extraction.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F172A"/>
                </a:solidFill>
              </a:defRPr>
            </a:pPr>
            <a:r>
              <a:t>Required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Count of safe/positive words and scam/negative words.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Indicator for word 'no'.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Pronoun count: I, me, my, you, your.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Indicator for exclamation mark and log message length.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F172A"/>
                </a:solidFill>
              </a:defRPr>
            </a:pPr>
            <a:r>
              <a:t>Professional Feature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URL, phone-number, and money/prize flags.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Urgency and action-term counts.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Uppercase ratio, digit count, question count, word densities.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TF-IDF unigram and bigram vector-space representation.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F172A"/>
                </a:solidFill>
              </a:defRPr>
            </a:pPr>
            <a: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Required engineered features + Logistic Regression.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TF-IDF + Multinomial Naive Bayes.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TF-IDF + engineered features + Logistic Regression.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All models reached 1.0000 accuracy on the provided corpus.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F172A"/>
                </a:solidFill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Metrics: accuracy, precision, recall, F1-score, ROC-AUC, confusion matrix.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Recall is important because missed scam messages can harm users.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Perfect scores indicate high separability and should be validated on noisier real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F172A"/>
                </a:solidFill>
              </a:defRPr>
            </a:pPr>
            <a:r>
              <a:t>Literature Review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Classic SMS spam studies show strong performance from supervised text classification.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Recent work highlights smishing, privacy, adversarial robustness, and concept drift.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Research gap: multilingual, explainable, privacy-first scam detection for real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F172A"/>
                </a:solidFill>
              </a:defRPr>
            </a:pPr>
            <a:r>
              <a:t>Streamlit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Paste a suspicious message and receive a risk score.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Batch CSV scoring supports practical review workflows.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Word search helps explore safe/scam dictionaries and corpus examples.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F172A"/>
                </a:solidFill>
              </a:defRPr>
            </a:pPr>
            <a:r>
              <a:t>Ethics and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Do not store private user messages without consent.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Show confidence and risk signals, not only a hard label.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Use the app as decision support, not as a replacement for human judgment.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100">
                <a:solidFill>
                  <a:srgbClr val="0F172A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332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Add Khmer-English text normalization and more local scam examples.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Highlight suspicious phrases for explainability.</a:t>
            </a:r>
          </a:p>
          <a:p>
            <a:pPr>
              <a:spcAft>
                <a:spcPts val="1100"/>
              </a:spcAft>
              <a:defRPr sz="2100">
                <a:solidFill>
                  <a:srgbClr val="334155"/>
                </a:solidFill>
              </a:defRPr>
            </a:pPr>
            <a:r>
              <a:t>Add feedback collection, drift monitoring, and transformer-model comparison.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